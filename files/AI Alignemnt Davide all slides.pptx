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Andrea Bellucci"/>
  <p:cmAuthor clrIdx="1" id="1" initials="" lastIdx="1" name="Sergei Smirnov"/>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09:08:21.897">
    <p:pos x="196" y="725"/>
    <p:text>I believe it would be nice to have also a verbalized confidence. it could be that the explanation disagree with the logits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8T10:55:54.083">
    <p:pos x="196" y="725"/>
    <p:text>Does the annotated cue fall within the sampled frames?</p:text>
  </p:cm>
  <p:cm authorId="1" idx="1" dt="2026-09-28T10:55:54.083">
    <p:pos x="196" y="725"/>
    <p:text>yes
frames are sampled from the targeted part of the video that was given to the annotators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8T09:25:13.674">
    <p:pos x="175" y="725"/>
    <p:text>What do you mean? significant as in "statistically significant"? 
This could be very informative to me, because if you analyze the 35 broken answers you could for example find that some type of evidence that humans deemed necessary misleads the model</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9-28T09:27:15.052">
    <p:pos x="196" y="725"/>
    <p:text>My main question is: how do we know that the models read the correct social cue from the video and the increased confidence is not just an artifact of having a video?
I suggest testing with mismatching videos, or blurring faces for example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70919aa4954b26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70919aa4954b26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70919aa4954b26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70919aa4954b26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70919aa4954b26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70919aa4954b26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70919aa4954b26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70919aa4954b26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70919aa4954b266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70919aa4954b266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70919aa4954b266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70919aa4954b266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70919aa4954b26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70919aa4954b26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70919aa4954b266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70919aa4954b266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70919aa4954b266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h70919aa4954b266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70919aa4954b266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70919aa4954b26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70919aa4954b266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70919aa4954b266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657ce4966f8022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657ce4966f8022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b48f9b33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b48f9b33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b48f9b33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b48f9b33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b48f9b33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b48f9b33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8d61300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8d61300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b48f9b33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b48f9b33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8d61300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8d61300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8d613002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8d613002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8d613002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8d613002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8d61300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8d61300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8d61300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8d61300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8d613002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8d613002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b48f9b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b48f9b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8d61300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8d61300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b48f9b33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b48f9b33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4.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my.csc.fi/welcom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claude.ai/labs-verification/attestation" TargetMode="External"/><Relationship Id="rId4" Type="http://schemas.openxmlformats.org/officeDocument/2006/relationships/hyperlink" Target="https://claude.com/programs/team-plan-for-scientists#prici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pilot results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28.09.2026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and research question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model confidence and willingness to abstain reflect the availability of the evidence humans need for social and emotional inference?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Hypothesis: when humans need visual evidence, a transcript-only model should be less confident and abstain more than one given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Critical failure: a wrong answer given with high confidence even though the evidence is insufficient.</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Pilot setup</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Benchmark: MoMentS (short films, multiple-choice theory-of-mind questions), Emotions category only.</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Qwen2.5-Omni-7B, a recent native audiovisual model; only the text-producing part is used, and audio is never given.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Conditions: T = transcript + question; VT = the same text + 64 silent frames of the clip.</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Identical prompts: the text is the same in T and VT, so the only difference is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Confidence: the probability the model gives to each letter A-D, read from its next-token prediction, with no </a:t>
            </a:r>
            <a:r>
              <a:rPr lang="en-GB">
                <a:solidFill>
                  <a:schemeClr val="dk1"/>
                </a:solidFill>
              </a:rPr>
              <a:t>free-text generation</a:t>
            </a:r>
            <a:r>
              <a:rPr lang="en-GB">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Abstention: to be done. Planning to add fifth option.</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and practical choices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598 emotion questions over 153 films; 1 question dropped because its clip runs past the end of the video file.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Video-transcript sync checked across whole films: 166/168 films are exactly aligned.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Each MoMentS question lists the cues that annotators judged relevant (face, body, speech).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Cue imbalance: 86% of questions are tagged face/body and only about 5% are speech-only, so there is little contrast.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64 frames as in the MoMentS paper, reduced to 448x252 pixels so it runs on a CPU (about 80 s per question).</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accuracy</a:t>
            </a:r>
            <a:endParaRPr/>
          </a:p>
        </p:txBody>
      </p:sp>
      <p:sp>
        <p:nvSpPr>
          <p:cNvPr id="79" name="Google Shape;79;p17"/>
          <p:cNvSpPr txBox="1"/>
          <p:nvPr>
            <p:ph idx="1" type="body"/>
          </p:nvPr>
        </p:nvSpPr>
        <p:spPr>
          <a:xfrm>
            <a:off x="278775" y="1152475"/>
            <a:ext cx="398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T 53.2% vs VT 55.6%</a:t>
            </a:r>
            <a:r>
              <a:rPr lang="en-GB">
                <a:solidFill>
                  <a:schemeClr val="dk1"/>
                </a:solidFill>
              </a:rPr>
              <a:t> (95% CI roughly +-4.6 points)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 fixed 46 answers and broke</a:t>
            </a:r>
            <a:r>
              <a:rPr lang="en-GB">
                <a:solidFill>
                  <a:schemeClr val="dk1"/>
                </a:solidFill>
              </a:rPr>
              <a:t> 35, which is not significant</a:t>
            </a:r>
            <a:r>
              <a:rPr lang="en-GB">
                <a:solidFill>
                  <a:schemeClr val="dk1"/>
                </a:solidFill>
              </a:rPr>
              <a:t>, p = 0.32 for McNemar's test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Both conditions give the same answer on 75% of questions.</a:t>
            </a:r>
            <a:endParaRPr>
              <a:solidFill>
                <a:schemeClr val="dk1"/>
              </a:solidFill>
            </a:endParaRPr>
          </a:p>
        </p:txBody>
      </p:sp>
      <p:pic>
        <p:nvPicPr>
          <p:cNvPr id="80" name="Google Shape;80;p17"/>
          <p:cNvPicPr preferRelativeResize="0"/>
          <p:nvPr/>
        </p:nvPicPr>
        <p:blipFill>
          <a:blip r:embed="rId4">
            <a:alphaModFix/>
          </a:blip>
          <a:stretch>
            <a:fillRect/>
          </a:stretch>
        </p:blipFill>
        <p:spPr>
          <a:xfrm>
            <a:off x="4436675" y="773526"/>
            <a:ext cx="4395625" cy="3596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confidence</a:t>
            </a:r>
            <a:endParaRPr/>
          </a:p>
        </p:txBody>
      </p:sp>
      <p:sp>
        <p:nvSpPr>
          <p:cNvPr id="86" name="Google Shape;86;p18"/>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Confidence is higher with video</a:t>
            </a:r>
            <a:r>
              <a:rPr lang="en-GB">
                <a:solidFill>
                  <a:schemeClr val="dk1"/>
                </a:solidFill>
              </a:rPr>
              <a:t>: mean 0.79 vs 0.75, paired test p &lt; 0.001.</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 face/body questions: T 0.76 vs VT 0.80.</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Direction matches the hypothesis, but the effect is small: the median shift is +0.02.</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Without video the model is still confident</a:t>
            </a:r>
            <a:endParaRPr>
              <a:solidFill>
                <a:schemeClr val="dk1"/>
              </a:solidFill>
            </a:endParaRPr>
          </a:p>
        </p:txBody>
      </p:sp>
      <p:pic>
        <p:nvPicPr>
          <p:cNvPr id="87" name="Google Shape;87;p18"/>
          <p:cNvPicPr preferRelativeResize="0"/>
          <p:nvPr/>
        </p:nvPicPr>
        <p:blipFill>
          <a:blip r:embed="rId4">
            <a:alphaModFix/>
          </a:blip>
          <a:stretch>
            <a:fillRect/>
          </a:stretch>
        </p:blipFill>
        <p:spPr>
          <a:xfrm>
            <a:off x="1925525" y="2824200"/>
            <a:ext cx="5292948" cy="2165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93" name="Google Shape;93;p19"/>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Wrong with confidence &gt;= 0.8: T 16.0% of all questions, VT 16.6%.</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94" name="Google Shape;94;p19"/>
          <p:cNvPicPr preferRelativeResize="0"/>
          <p:nvPr/>
        </p:nvPicPr>
        <p:blipFill>
          <a:blip r:embed="rId3">
            <a:alphaModFix/>
          </a:blip>
          <a:stretch>
            <a:fillRect/>
          </a:stretch>
        </p:blipFill>
        <p:spPr>
          <a:xfrm>
            <a:off x="2765775" y="1870950"/>
            <a:ext cx="3612449" cy="2955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100" name="Google Shape;100;p20"/>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106" name="Google Shape;106;p21"/>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Takeaways and limitations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Hypothesis only partly supported: on visual questions T is a little less confident</a:t>
            </a:r>
            <a:r>
              <a:rPr lang="en-GB">
                <a:solidFill>
                  <a:schemeClr val="dk1"/>
                </a:solidFill>
              </a:rPr>
              <a:t> and </a:t>
            </a:r>
            <a:r>
              <a:rPr lang="en-GB">
                <a:solidFill>
                  <a:schemeClr val="dk1"/>
                </a:solidFill>
              </a:rPr>
              <a:t>abstains more</a:t>
            </a:r>
            <a:r>
              <a:rPr lang="en-GB">
                <a:solidFill>
                  <a:schemeClr val="dk1"/>
                </a:solidFill>
              </a:rPr>
              <a:t>, but it is confidently wrong as often as VT.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limitation: 86% of emotion questions are tagged as needing face/body cues, so the comparison group without visual cues is small (65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Tagging was optional, so a missing tag is weaker evidence than a present one; 42 questions have no cue field at all.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One model, one resolution, no audio, and abstention is only simulated after the run.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Pilot numbers are partial (457/598), and I'll finish the run.</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118" name="Google Shape;118;p23"/>
          <p:cNvSpPr txBox="1"/>
          <p:nvPr>
            <p:ph idx="1" type="body"/>
          </p:nvPr>
        </p:nvSpPr>
        <p:spPr>
          <a:xfrm>
            <a:off x="311700" y="1152475"/>
            <a:ext cx="8520600" cy="3765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en-GB">
                <a:solidFill>
                  <a:schemeClr val="dk1"/>
                </a:solidFill>
              </a:rPr>
              <a:t>Theoretical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keep asking ourselves how this supports the "underdetermination of emotions and epistemic humility" thesis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What do you mean? significant as in "statistically significant"? </a:t>
            </a:r>
            <a:br>
              <a:rPr lang="en-GB">
                <a:solidFill>
                  <a:schemeClr val="dk1"/>
                </a:solidFill>
              </a:rPr>
            </a:br>
            <a:r>
              <a:rPr lang="en-GB">
                <a:solidFill>
                  <a:schemeClr val="dk1"/>
                </a:solidFill>
              </a:rPr>
              <a:t>This could be very informative to me, because if you analyze the 35 broken answers you could for example find that some type of evidence that humans deemed necessary misleads the model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Ablation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Reasoning traces. To understand what is the contribution to the video. Can we understand the reason behind the model selection the video. What if we mess the question-video pair, what happens or pixel the fase? Same acc and conf?</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Ex: model says: i look at face at that moment and make the answer based on that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Take a look at the papers from conference. Use template to start writing</a:t>
            </a:r>
            <a:br>
              <a:rPr lang="en-GB">
                <a:solidFill>
                  <a:schemeClr val="dk1"/>
                </a:solidFill>
              </a:rPr>
            </a:br>
            <a:r>
              <a:rPr lang="en-GB">
                <a:solidFill>
                  <a:schemeClr val="dk1"/>
                </a:solidFill>
              </a:rPr>
              <a:t>https://www.computer.org/csdl/journal/ta</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124" name="Google Shape;124;p24"/>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Technical</a:t>
            </a:r>
            <a:endParaRPr>
              <a:solidFill>
                <a:schemeClr val="dk1"/>
              </a:solidFill>
            </a:endParaRPr>
          </a:p>
          <a:p>
            <a:pPr indent="-317500" lvl="1" marL="914400" rtl="0" algn="l">
              <a:spcBef>
                <a:spcPts val="1200"/>
              </a:spcBef>
              <a:spcAft>
                <a:spcPts val="0"/>
              </a:spcAft>
              <a:buClr>
                <a:schemeClr val="dk1"/>
              </a:buClr>
              <a:buSzPts val="14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Add a question-only condition as a floor (no transcript, no video).</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Explicit abstention: add an "E: cannot tell from the given information" option, or ask for a verbal confidence rating.</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If option E is </a:t>
            </a:r>
            <a:r>
              <a:rPr lang="en-GB">
                <a:solidFill>
                  <a:schemeClr val="dk1"/>
                </a:solidFill>
              </a:rPr>
              <a:t>chosen</a:t>
            </a:r>
            <a:r>
              <a:rPr lang="en-GB">
                <a:solidFill>
                  <a:schemeClr val="dk1"/>
                </a:solidFill>
              </a:rPr>
              <a:t> provide </a:t>
            </a:r>
            <a:r>
              <a:rPr lang="en-GB">
                <a:solidFill>
                  <a:schemeClr val="dk1"/>
                </a:solidFill>
              </a:rPr>
              <a:t>reasoning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Projects planning</a:t>
            </a:r>
            <a:endParaRPr/>
          </a:p>
        </p:txBody>
      </p:sp>
      <p:sp>
        <p:nvSpPr>
          <p:cNvPr id="130" name="Google Shape;130;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14.09.2026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AI Alignment. Davide paper.</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Agree on the </a:t>
            </a:r>
            <a:r>
              <a:rPr lang="en-GB">
                <a:solidFill>
                  <a:schemeClr val="dk1"/>
                </a:solidFill>
              </a:rPr>
              <a:t>proposed</a:t>
            </a:r>
            <a:r>
              <a:rPr lang="en-GB">
                <a:solidFill>
                  <a:schemeClr val="dk1"/>
                </a:solidFill>
              </a:rPr>
              <a:t> scope so I could start </a:t>
            </a:r>
            <a:r>
              <a:rPr lang="en-GB">
                <a:solidFill>
                  <a:schemeClr val="dk1"/>
                </a:solidFill>
              </a:rPr>
              <a:t>implementation</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 Opinion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Discuss current project scope and benchmark spec</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Other questions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Claude for Researches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API costs</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blocker resolved</a:t>
            </a:r>
            <a:endParaRPr/>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Goal: add empirical support to the audiovisual social-understanding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Dataset: Social-IQ 2.0 + Social-IQ 2.0 Sub</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Found peer-reviewed source for the Sub annotations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Labels are usable as a starting point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Remaining caveat: “unanswerable from transcript/video” is still subjective</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experiment to run</a:t>
            </a:r>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current audiovisual models benefit from nonverbal evidence specifically when humans need it?</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Compare questions humans can answer from language with questions requiring video/nonverbal evidence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conditions: question-only, transcript, audiovisual input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Test recent native audiovisual models (rather than older frame-caption pipelines like in other papers)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Aim: small empirical extension supporting the claims of the existing position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Journal: Transactions of affective computing</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ARENA</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pic>
        <p:nvPicPr>
          <p:cNvPr id="155" name="Google Shape;155;p29"/>
          <p:cNvPicPr preferRelativeResize="0"/>
          <p:nvPr/>
        </p:nvPicPr>
        <p:blipFill>
          <a:blip r:embed="rId3">
            <a:alphaModFix/>
          </a:blip>
          <a:stretch>
            <a:fillRect/>
          </a:stretch>
        </p:blipFill>
        <p:spPr>
          <a:xfrm>
            <a:off x="0" y="1622971"/>
            <a:ext cx="9144003" cy="189755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project: current research object</a:t>
            </a:r>
            <a:endParaRPr/>
          </a:p>
        </p:txBody>
      </p:sp>
      <p:sp>
        <p:nvSpPr>
          <p:cNvPr id="161" name="Google Shape;16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Core distinction: </a:t>
            </a:r>
            <a:r>
              <a:rPr b="1" lang="en-GB">
                <a:solidFill>
                  <a:schemeClr val="dk1"/>
                </a:solidFill>
              </a:rPr>
              <a:t>what I believe</a:t>
            </a:r>
            <a:r>
              <a:rPr lang="en-GB">
                <a:solidFill>
                  <a:schemeClr val="dk1"/>
                </a:solidFill>
              </a:rPr>
              <a:t> is not necessarily what </a:t>
            </a:r>
            <a:r>
              <a:rPr b="1" lang="en-GB">
                <a:solidFill>
                  <a:schemeClr val="dk1"/>
                </a:solidFill>
              </a:rPr>
              <a:t>I want AI to do</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Domain: personal AI assistant helping with public-policy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not “AI has opinions”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user preference over assistant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Object is the conversational objective the </a:t>
            </a:r>
            <a:r>
              <a:rPr b="1" lang="en-GB">
                <a:solidFill>
                  <a:schemeClr val="dk1"/>
                </a:solidFill>
              </a:rPr>
              <a:t>user wants the assistant to pursue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Benchmark/eval, not the user study</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target property</a:t>
            </a:r>
            <a:endParaRPr/>
          </a:p>
        </p:txBody>
      </p:sp>
      <p:sp>
        <p:nvSpPr>
          <p:cNvPr id="167" name="Google Shape;16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Within-person inference of preferred AI response policy</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Same user's previous feedback is provided as context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New issue: user's position and reasons are visible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Hidden target: preferred AI response policy for this issue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Measures preference inference, not memory retrieval or policy execution</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response-policy instrument</a:t>
            </a:r>
            <a:endParaRPr/>
          </a:p>
        </p:txBody>
      </p:sp>
      <p:sp>
        <p:nvSpPr>
          <p:cNvPr id="173" name="Google Shape;17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rgbClr val="188038"/>
                </a:solidFill>
              </a:rPr>
              <a:t>case_for_view</a:t>
            </a:r>
            <a:r>
              <a:rPr lang="en-GB">
                <a:solidFill>
                  <a:schemeClr val="dk1"/>
                </a:solidFill>
              </a:rPr>
              <a:t>: strongest defensible case for my position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compare</a:t>
            </a:r>
            <a:r>
              <a:rPr lang="en-GB">
                <a:solidFill>
                  <a:schemeClr val="dk1"/>
                </a:solidFill>
              </a:rPr>
              <a:t>: compare alternatives without recommending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scrutinize</a:t>
            </a:r>
            <a:r>
              <a:rPr lang="en-GB">
                <a:solidFill>
                  <a:schemeClr val="dk1"/>
                </a:solidFill>
              </a:rPr>
              <a:t>: examine weaknesses in my reasoning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recommend</a:t>
            </a:r>
            <a:r>
              <a:rPr lang="en-GB">
                <a:solidFill>
                  <a:schemeClr val="dk1"/>
                </a:solidFill>
              </a:rPr>
              <a:t>: give an independent recommendation</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Primary objective of the next response</a:t>
            </a:r>
            <a:r>
              <a:rPr lang="en-GB">
                <a:solidFill>
                  <a:schemeClr val="dk1"/>
                </a:solidFill>
              </a:rPr>
              <a:t>, with comparable quality across policies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Categories themselves need human validation from the pilot study</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human data and evaluation setup</a:t>
            </a:r>
            <a:endParaRPr/>
          </a:p>
        </p:txBody>
      </p:sp>
      <p:sp>
        <p:nvSpPr>
          <p:cNvPr id="179" name="Google Shape;17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Repeated public-policy questions for each participant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Collect </a:t>
            </a:r>
            <a:r>
              <a:rPr b="1" lang="en-GB">
                <a:solidFill>
                  <a:schemeClr val="dk1"/>
                </a:solidFill>
              </a:rPr>
              <a:t>position + reasons first</a:t>
            </a:r>
            <a:r>
              <a:rPr lang="en-GB">
                <a:solidFill>
                  <a:schemeClr val="dk1"/>
                </a:solidFill>
              </a:rPr>
              <a:t>, then response-policy preference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receives five previous feedback records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Predict preference on held-out questions from the same participant</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threat model</a:t>
            </a:r>
            <a:endParaRPr/>
          </a:p>
        </p:txBody>
      </p:sp>
      <p:sp>
        <p:nvSpPr>
          <p:cNvPr id="185" name="Google Shape;18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Context: persistent personal assistant helping with public-policy deliberation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Assistant uses previous feedback to infer the desired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Failure: predicted objective differs from the participant's top-preferred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Example: advocacy when comparison is top-preferred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Measured: preference-prediction mismatch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Not measured: persuasion, harm, autonomy, or downstream decisions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current status and open design decision</a:t>
            </a:r>
            <a:endParaRPr/>
          </a:p>
        </p:txBody>
      </p:sp>
      <p:sp>
        <p:nvSpPr>
          <p:cNvPr id="191" name="Google Shape;19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Detailed benchmark specification completed and adversarially reviewed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blocking conceptual issue for creating the first prototype items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novelty must come from </a:t>
            </a:r>
            <a:r>
              <a:rPr b="1" lang="en-GB">
                <a:solidFill>
                  <a:schemeClr val="dk1"/>
                </a:solidFill>
              </a:rPr>
              <a:t>stance + desired-response pairing</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Key open issue: stated policy preference may differ from preference over actual responses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conferences</a:t>
            </a:r>
            <a:endParaRPr/>
          </a:p>
        </p:txBody>
      </p:sp>
      <p:sp>
        <p:nvSpPr>
          <p:cNvPr id="197" name="Google Shape;19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chemeClr val="dk1"/>
                </a:solidFill>
              </a:rPr>
              <a:t>ACL 2027 — primary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Strong fit for LLM personalization, alignment, preference prediction, and evaluation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Final eligible ARR cycle: </a:t>
            </a:r>
            <a:r>
              <a:rPr b="1" lang="en-GB" sz="1100">
                <a:solidFill>
                  <a:schemeClr val="dk1"/>
                </a:solidFill>
              </a:rPr>
              <a:t>January 2027</a:t>
            </a:r>
            <a:r>
              <a:rPr lang="en-GB" sz="1100">
                <a:solidFill>
                  <a:schemeClr val="dk1"/>
                </a:solidFill>
              </a:rPr>
              <a:t>; exact date TBA</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Enough time for pilot, human data collection, benchmark experiments, and analysis</a:t>
            </a:r>
            <a:endParaRPr sz="1100">
              <a:solidFill>
                <a:schemeClr val="dk1"/>
              </a:solidFill>
            </a:endParaRPr>
          </a:p>
          <a:p>
            <a:pPr indent="0" lvl="0" marL="0" rtl="0" algn="l">
              <a:spcBef>
                <a:spcPts val="1200"/>
              </a:spcBef>
              <a:spcAft>
                <a:spcPts val="0"/>
              </a:spcAft>
              <a:buNone/>
            </a:pPr>
            <a:r>
              <a:rPr b="1" lang="en-GB" sz="1100">
                <a:solidFill>
                  <a:schemeClr val="dk1"/>
                </a:solidFill>
              </a:rPr>
              <a:t>NeurIPS 2027 — Evaluations &amp; Datasets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Excellent fit if the benchmark/evaluation contribution remains central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2027 deadline not announced yet; 2026 deadline was </a:t>
            </a:r>
            <a:r>
              <a:rPr b="1" lang="en-GB" sz="1100">
                <a:solidFill>
                  <a:schemeClr val="dk1"/>
                </a:solidFill>
              </a:rPr>
              <a:t>May 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More time to build a stronger dataset and evaluation</a:t>
            </a:r>
            <a:endParaRPr sz="1100">
              <a:solidFill>
                <a:schemeClr val="dk1"/>
              </a:solidFill>
            </a:endParaRPr>
          </a:p>
          <a:p>
            <a:pPr indent="0" lvl="0" marL="0" rtl="0" algn="l">
              <a:spcBef>
                <a:spcPts val="1200"/>
              </a:spcBef>
              <a:spcAft>
                <a:spcPts val="0"/>
              </a:spcAft>
              <a:buNone/>
            </a:pPr>
            <a:r>
              <a:rPr b="1" lang="en-GB" sz="1100">
                <a:solidFill>
                  <a:schemeClr val="dk1"/>
                </a:solidFill>
              </a:rPr>
              <a:t>NAACL 2027 — aggressive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Good fit: benchmarks, evaluation, safety/alignment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ARR deadline: </a:t>
            </a:r>
            <a:r>
              <a:rPr b="1" lang="en-GB" sz="1100">
                <a:solidFill>
                  <a:schemeClr val="dk1"/>
                </a:solidFill>
              </a:rPr>
              <a:t>12 October 2026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Probably too early for a properly validated human study</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Other</a:t>
            </a:r>
            <a:endParaRPr/>
          </a:p>
        </p:txBody>
      </p:sp>
      <p:sp>
        <p:nvSpPr>
          <p:cNvPr id="203" name="Google Shape;203;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Anthropic currently has a Claude Team program for academic research groups where PIs can add PhD students and researchers. Standard seats are free for 12 months. Our field is eligible, although they currently say promotional capacity for CS/AI has been reached. The application is still open, so I thought it might still be worth applying in case more capacity becomes available: </a:t>
            </a:r>
            <a:r>
              <a:rPr lang="en-GB" u="sng">
                <a:solidFill>
                  <a:schemeClr val="hlink"/>
                </a:solidFill>
                <a:hlinkClick r:id="rId3"/>
              </a:rPr>
              <a:t>https://claude.ai/labs-verification/attestation</a:t>
            </a:r>
            <a:r>
              <a:rPr lang="en-GB">
                <a:solidFill>
                  <a:schemeClr val="dk1"/>
                </a:solidFill>
              </a:rPr>
              <a:t> </a:t>
            </a:r>
            <a:endParaRPr>
              <a:solidFill>
                <a:schemeClr val="dk1"/>
              </a:solidFill>
            </a:endParaRPr>
          </a:p>
          <a:p>
            <a:pPr indent="0" lvl="0" marL="457200" rtl="0" algn="l">
              <a:spcBef>
                <a:spcPts val="1200"/>
              </a:spcBef>
              <a:spcAft>
                <a:spcPts val="0"/>
              </a:spcAft>
              <a:buNone/>
            </a:pPr>
            <a:r>
              <a:rPr lang="en-GB">
                <a:solidFill>
                  <a:schemeClr val="dk1"/>
                </a:solidFill>
              </a:rPr>
              <a:t>Description: </a:t>
            </a:r>
            <a:r>
              <a:rPr lang="en-GB" u="sng">
                <a:solidFill>
                  <a:schemeClr val="hlink"/>
                </a:solidFill>
                <a:hlinkClick r:id="rId4"/>
              </a:rPr>
              <a:t>https://claude.com/programs/team-plan-for-scientists#pricing</a:t>
            </a:r>
            <a:r>
              <a:rPr lang="en-GB">
                <a:solidFill>
                  <a:schemeClr val="dk1"/>
                </a:solidFill>
              </a:rPr>
              <a:t> </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Is that possible to somehow use </a:t>
            </a:r>
            <a:r>
              <a:rPr lang="en-GB">
                <a:solidFill>
                  <a:schemeClr val="dk1"/>
                </a:solidFill>
              </a:rPr>
              <a:t>university</a:t>
            </a:r>
            <a:r>
              <a:rPr lang="en-GB">
                <a:solidFill>
                  <a:schemeClr val="dk1"/>
                </a:solidFill>
              </a:rPr>
              <a:t> budget for API calls to the models</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TODO</a:t>
            </a:r>
            <a:endParaRPr/>
          </a:p>
        </p:txBody>
      </p:sp>
      <p:sp>
        <p:nvSpPr>
          <p:cNvPr id="209" name="Google Shape;20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Qijia feedback</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Alignment:</a:t>
            </a:r>
            <a:r>
              <a:rPr lang="en-GB">
                <a:solidFill>
                  <a:schemeClr val="dk1"/>
                </a:solidFill>
              </a:rPr>
              <a:t> run the first model evaluations on Social-IQ 2.0 Sub</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Compare </a:t>
            </a:r>
            <a:r>
              <a:rPr b="1" lang="en-GB">
                <a:solidFill>
                  <a:schemeClr val="dk1"/>
                </a:solidFill>
              </a:rPr>
              <a:t>question-only, transcript-only, and audiovisual</a:t>
            </a:r>
            <a:r>
              <a:rPr lang="en-GB">
                <a:solidFill>
                  <a:schemeClr val="dk1"/>
                </a:solidFill>
              </a:rPr>
              <a:t> conditions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Inspect modality-necessary examples and decide whether existing annotations are sufficient</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Opinion:</a:t>
            </a:r>
            <a:r>
              <a:rPr lang="en-GB">
                <a:solidFill>
                  <a:schemeClr val="dk1"/>
                </a:solidFill>
              </a:rPr>
              <a:t> decide the paper direction after this meeting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Create the first ~20 prototype items and implement the evaluation format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Are AI policies presented in literature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Refine related-work positioning around pluralistic alignment, public specifications, and existing personalization benchmarks</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t>
            </a:r>
            <a:endParaRPr/>
          </a:p>
        </p:txBody>
      </p:sp>
      <p:sp>
        <p:nvSpPr>
          <p:cNvPr id="215" name="Google Shape;215;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